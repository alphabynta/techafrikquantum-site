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32004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83779"/>
            <a:ext cx="321616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" y="409903"/>
            <a:ext cx="321616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1168" y="283779"/>
            <a:ext cx="0" cy="12612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2784" y="283779"/>
            <a:ext cx="0" cy="12612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0086" y="302697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617" y="302697"/>
            <a:ext cx="0" cy="9459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95761" y="302697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5761" y="302697"/>
            <a:ext cx="0" cy="9459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5761" y="397291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5761" y="346841"/>
            <a:ext cx="50449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71435" y="302697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1435" y="302697"/>
            <a:ext cx="0" cy="9459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1435" y="397291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7110" y="302697"/>
            <a:ext cx="0" cy="9459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0172" y="302697"/>
            <a:ext cx="0" cy="94594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7110" y="346841"/>
            <a:ext cx="63062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48009" y="302697"/>
            <a:ext cx="31531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9540" y="302697"/>
            <a:ext cx="31531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0621" y="353147"/>
            <a:ext cx="37838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23683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3683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3683" y="346841"/>
            <a:ext cx="50450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358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358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2420" y="302697"/>
            <a:ext cx="0" cy="4414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9358" y="346841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4583" y="346841"/>
            <a:ext cx="37837" cy="5045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6563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5032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5032" y="397291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0707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0707" y="302697"/>
            <a:ext cx="63062" cy="4414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0707" y="346841"/>
            <a:ext cx="63062" cy="5045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1168" y="79552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F0F0F2"/>
                </a:solidFill>
                <a:latin typeface="Inter"/>
              </a:rPr>
              <a:t>Madjou Balde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" y="1161288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1">
                <a:solidFill>
                  <a:srgbClr val="F5A524"/>
                </a:solidFill>
                <a:latin typeface="Inter"/>
              </a:rPr>
              <a:t>PRESIDENT &amp; CEO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1168" y="1435608"/>
            <a:ext cx="256032" cy="0"/>
          </a:xfrm>
          <a:prstGeom prst="line">
            <a:avLst/>
          </a:prstGeom>
          <a:ln w="9525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37360" y="777240"/>
            <a:ext cx="0" cy="777240"/>
          </a:xfrm>
          <a:prstGeom prst="line">
            <a:avLst/>
          </a:prstGeom>
          <a:ln w="635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74519" y="914400"/>
            <a:ext cx="11704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555555"/>
                </a:solidFill>
                <a:latin typeface="Inter"/>
              </a:rPr>
              <a:t>+224 xxx yy uu ww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1188720"/>
            <a:ext cx="11704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555555"/>
                </a:solidFill>
                <a:latin typeface="Inter"/>
              </a:rPr>
              <a:t>madjou.balde@techafrik.com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826743"/>
            <a:ext cx="828162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58368" y="1151513"/>
            <a:ext cx="828162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826743"/>
            <a:ext cx="0" cy="32477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86530" y="826743"/>
            <a:ext cx="0" cy="32477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7083" y="875459"/>
            <a:ext cx="162385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8275" y="875459"/>
            <a:ext cx="0" cy="2435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01945" y="875459"/>
            <a:ext cx="162385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1945" y="875459"/>
            <a:ext cx="0" cy="2435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1945" y="1119036"/>
            <a:ext cx="162385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1945" y="989128"/>
            <a:ext cx="129908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96807" y="875459"/>
            <a:ext cx="162384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6807" y="875459"/>
            <a:ext cx="0" cy="2435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6807" y="1119036"/>
            <a:ext cx="162384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91668" y="875459"/>
            <a:ext cx="0" cy="2435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4053" y="875459"/>
            <a:ext cx="0" cy="2435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91668" y="989128"/>
            <a:ext cx="162385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51484" y="875459"/>
            <a:ext cx="81192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32676" y="875459"/>
            <a:ext cx="81193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83961" y="1005367"/>
            <a:ext cx="97431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746346" y="875459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46346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46346" y="989128"/>
            <a:ext cx="129908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41208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41208" y="875459"/>
            <a:ext cx="162384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3592" y="875459"/>
            <a:ext cx="0" cy="113669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941208" y="989128"/>
            <a:ext cx="162384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06162" y="989128"/>
            <a:ext cx="97430" cy="129908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17262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36069" y="875459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36069" y="1119036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0931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30931" y="875459"/>
            <a:ext cx="162385" cy="113669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0931" y="989128"/>
            <a:ext cx="162385" cy="129908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168" y="283779"/>
            <a:ext cx="321616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" y="409903"/>
            <a:ext cx="321616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01168" y="283779"/>
            <a:ext cx="0" cy="12612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22784" y="283779"/>
            <a:ext cx="0" cy="12612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0086" y="302697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1617" y="302697"/>
            <a:ext cx="0" cy="9459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95761" y="302697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5761" y="302697"/>
            <a:ext cx="0" cy="9459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5761" y="397291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5761" y="346841"/>
            <a:ext cx="50449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71435" y="302697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1435" y="302697"/>
            <a:ext cx="0" cy="9459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1435" y="397291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7110" y="302697"/>
            <a:ext cx="0" cy="9459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0172" y="302697"/>
            <a:ext cx="0" cy="9459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7110" y="346841"/>
            <a:ext cx="63062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48009" y="302697"/>
            <a:ext cx="31531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9540" y="302697"/>
            <a:ext cx="31531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0621" y="353147"/>
            <a:ext cx="37838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23683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3683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3683" y="346841"/>
            <a:ext cx="50450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9358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358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2420" y="302697"/>
            <a:ext cx="0" cy="4414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9358" y="346841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4583" y="346841"/>
            <a:ext cx="37837" cy="5045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6563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5032" y="302697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5032" y="397291"/>
            <a:ext cx="63062" cy="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0707" y="302697"/>
            <a:ext cx="0" cy="9459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0707" y="302697"/>
            <a:ext cx="63062" cy="44144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0707" y="346841"/>
            <a:ext cx="63062" cy="50450"/>
          </a:xfrm>
          <a:prstGeom prst="line">
            <a:avLst/>
          </a:prstGeom>
          <a:ln w="1778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1168" y="795528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Inter"/>
              </a:rPr>
              <a:t>Madjou Balde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" y="1161288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1">
                <a:solidFill>
                  <a:srgbClr val="F5A524"/>
                </a:solidFill>
                <a:latin typeface="Inter"/>
              </a:rPr>
              <a:t>PRESIDENT &amp; CEO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01168" y="1435608"/>
            <a:ext cx="256032" cy="0"/>
          </a:xfrm>
          <a:prstGeom prst="line">
            <a:avLst/>
          </a:prstGeom>
          <a:ln w="9525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37360" y="777240"/>
            <a:ext cx="0" cy="77724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74519" y="914400"/>
            <a:ext cx="11704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999999"/>
                </a:solidFill>
                <a:latin typeface="Inter"/>
              </a:rPr>
              <a:t>+224 xxx yy uu ww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1188720"/>
            <a:ext cx="11704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999999"/>
                </a:solidFill>
                <a:latin typeface="Inter"/>
              </a:rPr>
              <a:t>madjou.balde@techafrik.com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826743"/>
            <a:ext cx="828162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58368" y="1151513"/>
            <a:ext cx="828162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826743"/>
            <a:ext cx="0" cy="32477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86530" y="826743"/>
            <a:ext cx="0" cy="32477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07083" y="875459"/>
            <a:ext cx="162385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8275" y="875459"/>
            <a:ext cx="0" cy="243577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01945" y="875459"/>
            <a:ext cx="162385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1945" y="875459"/>
            <a:ext cx="0" cy="243577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1945" y="1119036"/>
            <a:ext cx="162385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1945" y="989128"/>
            <a:ext cx="129908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96807" y="875459"/>
            <a:ext cx="162384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6807" y="875459"/>
            <a:ext cx="0" cy="243577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6807" y="1119036"/>
            <a:ext cx="162384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91668" y="875459"/>
            <a:ext cx="0" cy="243577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54053" y="875459"/>
            <a:ext cx="0" cy="243577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91668" y="989128"/>
            <a:ext cx="162385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551484" y="875459"/>
            <a:ext cx="81192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32676" y="875459"/>
            <a:ext cx="81193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83961" y="1005367"/>
            <a:ext cx="97431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746346" y="875459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46346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46346" y="989128"/>
            <a:ext cx="129908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41208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41208" y="875459"/>
            <a:ext cx="162384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3592" y="875459"/>
            <a:ext cx="0" cy="113669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941208" y="989128"/>
            <a:ext cx="162384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06162" y="989128"/>
            <a:ext cx="97430" cy="129908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17262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36069" y="875459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36069" y="1119036"/>
            <a:ext cx="162385" cy="0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0931" y="875459"/>
            <a:ext cx="0" cy="243577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30931" y="875459"/>
            <a:ext cx="162385" cy="113669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0931" y="989128"/>
            <a:ext cx="162385" cy="129908"/>
          </a:xfrm>
          <a:prstGeom prst="line">
            <a:avLst/>
          </a:prstGeom>
          <a:ln w="22860">
            <a:solidFill>
              <a:srgbClr val="F5A5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