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3200400" cy="182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168" y="334228"/>
            <a:ext cx="482424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01168" y="523415"/>
            <a:ext cx="482424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01168" y="334228"/>
            <a:ext cx="0" cy="189187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3592" y="334228"/>
            <a:ext cx="0" cy="189187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29545" y="362606"/>
            <a:ext cx="94594" cy="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76842" y="362606"/>
            <a:ext cx="0" cy="14189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43057" y="362606"/>
            <a:ext cx="94593" cy="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43057" y="362606"/>
            <a:ext cx="0" cy="14189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43057" y="504496"/>
            <a:ext cx="94593" cy="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43057" y="428822"/>
            <a:ext cx="75675" cy="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56569" y="362606"/>
            <a:ext cx="94593" cy="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6569" y="362606"/>
            <a:ext cx="0" cy="14189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6569" y="504496"/>
            <a:ext cx="94593" cy="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70081" y="362606"/>
            <a:ext cx="0" cy="14189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64674" y="362606"/>
            <a:ext cx="0" cy="14189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0081" y="428822"/>
            <a:ext cx="94593" cy="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21430" y="362606"/>
            <a:ext cx="47296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8726" y="362606"/>
            <a:ext cx="47297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0348" y="438281"/>
            <a:ext cx="56756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4941" y="362606"/>
            <a:ext cx="94593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34941" y="362606"/>
            <a:ext cx="0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4941" y="428822"/>
            <a:ext cx="75675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48453" y="362606"/>
            <a:ext cx="0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8453" y="362606"/>
            <a:ext cx="94593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43046" y="362606"/>
            <a:ext cx="0" cy="66216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948453" y="428822"/>
            <a:ext cx="94593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86290" y="428822"/>
            <a:ext cx="56756" cy="75674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09261" y="362606"/>
            <a:ext cx="0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61965" y="362606"/>
            <a:ext cx="94593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61965" y="504496"/>
            <a:ext cx="94593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75476" y="362606"/>
            <a:ext cx="0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175476" y="362606"/>
            <a:ext cx="94594" cy="66216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75476" y="428822"/>
            <a:ext cx="94594" cy="75674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01168" y="795528"/>
            <a:ext cx="1508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50" b="1">
                <a:solidFill>
                  <a:srgbClr val="F0F0F2"/>
                </a:solidFill>
                <a:latin typeface="Inter"/>
              </a:rPr>
              <a:t>Madjou Balde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" y="1161288"/>
            <a:ext cx="1508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 b="1">
                <a:solidFill>
                  <a:srgbClr val="F5A524"/>
                </a:solidFill>
                <a:latin typeface="Inter"/>
              </a:rPr>
              <a:t>PRESIDENT &amp; CEO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01168" y="1435608"/>
            <a:ext cx="256032" cy="0"/>
          </a:xfrm>
          <a:prstGeom prst="line">
            <a:avLst/>
          </a:prstGeom>
          <a:ln w="9525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737360" y="777240"/>
            <a:ext cx="0" cy="777240"/>
          </a:xfrm>
          <a:prstGeom prst="line">
            <a:avLst/>
          </a:prstGeom>
          <a:ln w="6350">
            <a:solidFill>
              <a:srgbClr val="2A2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874519" y="914400"/>
            <a:ext cx="11704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0">
                <a:solidFill>
                  <a:srgbClr val="555555"/>
                </a:solidFill>
                <a:latin typeface="Inter"/>
              </a:rPr>
              <a:t>+224 xxx yy uu ww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4519" y="1188720"/>
            <a:ext cx="11704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0">
                <a:solidFill>
                  <a:srgbClr val="555555"/>
                </a:solidFill>
                <a:latin typeface="Inter"/>
              </a:rPr>
              <a:t>madjou.balde@techafrik.com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826743"/>
            <a:ext cx="828162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58368" y="1151513"/>
            <a:ext cx="828162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8368" y="826743"/>
            <a:ext cx="0" cy="32477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86530" y="826743"/>
            <a:ext cx="0" cy="32477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083" y="875459"/>
            <a:ext cx="162385" cy="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88275" y="875459"/>
            <a:ext cx="0" cy="243577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901945" y="875459"/>
            <a:ext cx="162385" cy="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1945" y="875459"/>
            <a:ext cx="0" cy="243577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1945" y="1119036"/>
            <a:ext cx="162385" cy="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1945" y="989128"/>
            <a:ext cx="129908" cy="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96807" y="875459"/>
            <a:ext cx="162384" cy="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96807" y="875459"/>
            <a:ext cx="0" cy="243577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6807" y="1119036"/>
            <a:ext cx="162384" cy="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91668" y="875459"/>
            <a:ext cx="0" cy="243577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54053" y="875459"/>
            <a:ext cx="0" cy="243577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91668" y="989128"/>
            <a:ext cx="162385" cy="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551484" y="875459"/>
            <a:ext cx="81192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632676" y="875459"/>
            <a:ext cx="81193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83961" y="1005367"/>
            <a:ext cx="97431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746346" y="875459"/>
            <a:ext cx="162385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46346" y="875459"/>
            <a:ext cx="0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746346" y="989128"/>
            <a:ext cx="129908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41208" y="875459"/>
            <a:ext cx="0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41208" y="875459"/>
            <a:ext cx="162384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103592" y="875459"/>
            <a:ext cx="0" cy="113669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941208" y="989128"/>
            <a:ext cx="162384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06162" y="989128"/>
            <a:ext cx="97430" cy="129908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217262" y="875459"/>
            <a:ext cx="0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136069" y="875459"/>
            <a:ext cx="162385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136069" y="1119036"/>
            <a:ext cx="162385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330931" y="875459"/>
            <a:ext cx="0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30931" y="875459"/>
            <a:ext cx="162385" cy="113669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330931" y="989128"/>
            <a:ext cx="162385" cy="129908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1168" y="334228"/>
            <a:ext cx="482424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01168" y="523415"/>
            <a:ext cx="482424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01168" y="334228"/>
            <a:ext cx="0" cy="189187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3592" y="334228"/>
            <a:ext cx="0" cy="189187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29545" y="362606"/>
            <a:ext cx="94594" cy="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76842" y="362606"/>
            <a:ext cx="0" cy="14189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43057" y="362606"/>
            <a:ext cx="94593" cy="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43057" y="362606"/>
            <a:ext cx="0" cy="14189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43057" y="504496"/>
            <a:ext cx="94593" cy="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43057" y="428822"/>
            <a:ext cx="75675" cy="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56569" y="362606"/>
            <a:ext cx="94593" cy="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6569" y="362606"/>
            <a:ext cx="0" cy="14189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6569" y="504496"/>
            <a:ext cx="94593" cy="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70081" y="362606"/>
            <a:ext cx="0" cy="14189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64674" y="362606"/>
            <a:ext cx="0" cy="14189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0081" y="428822"/>
            <a:ext cx="94593" cy="0"/>
          </a:xfrm>
          <a:prstGeom prst="line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21430" y="362606"/>
            <a:ext cx="47296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8726" y="362606"/>
            <a:ext cx="47297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0348" y="438281"/>
            <a:ext cx="56756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4941" y="362606"/>
            <a:ext cx="94593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34941" y="362606"/>
            <a:ext cx="0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4941" y="428822"/>
            <a:ext cx="75675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48453" y="362606"/>
            <a:ext cx="0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8453" y="362606"/>
            <a:ext cx="94593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43046" y="362606"/>
            <a:ext cx="0" cy="66216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948453" y="428822"/>
            <a:ext cx="94593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86290" y="428822"/>
            <a:ext cx="56756" cy="75674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09261" y="362606"/>
            <a:ext cx="0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61965" y="362606"/>
            <a:ext cx="94593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61965" y="504496"/>
            <a:ext cx="94593" cy="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75476" y="362606"/>
            <a:ext cx="0" cy="141890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175476" y="362606"/>
            <a:ext cx="94594" cy="66216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75476" y="428822"/>
            <a:ext cx="94594" cy="75674"/>
          </a:xfrm>
          <a:prstGeom prst="line">
            <a:avLst/>
          </a:prstGeom>
          <a:ln w="1778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01168" y="795528"/>
            <a:ext cx="1508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50" b="1">
                <a:solidFill>
                  <a:srgbClr val="000000"/>
                </a:solidFill>
                <a:latin typeface="Inter"/>
              </a:rPr>
              <a:t>Madjou Balde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" y="1161288"/>
            <a:ext cx="1508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 b="1">
                <a:solidFill>
                  <a:srgbClr val="F5A524"/>
                </a:solidFill>
                <a:latin typeface="Inter"/>
              </a:rPr>
              <a:t>PRESIDENT &amp; CEO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01168" y="1435608"/>
            <a:ext cx="256032" cy="0"/>
          </a:xfrm>
          <a:prstGeom prst="line">
            <a:avLst/>
          </a:prstGeom>
          <a:ln w="9525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737360" y="777240"/>
            <a:ext cx="0" cy="777240"/>
          </a:xfrm>
          <a:prstGeom prst="line">
            <a:avLst/>
          </a:prstGeom>
          <a:ln w="6350">
            <a:solidFill>
              <a:srgbClr val="D4D4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874519" y="914400"/>
            <a:ext cx="11704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0">
                <a:solidFill>
                  <a:srgbClr val="999999"/>
                </a:solidFill>
                <a:latin typeface="Inter"/>
              </a:rPr>
              <a:t>+224 xxx yy uu ww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4519" y="1188720"/>
            <a:ext cx="11704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0">
                <a:solidFill>
                  <a:srgbClr val="999999"/>
                </a:solidFill>
                <a:latin typeface="Inter"/>
              </a:rPr>
              <a:t>madjou.balde@techafrik.com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826743"/>
            <a:ext cx="828162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58368" y="1151513"/>
            <a:ext cx="828162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8368" y="826743"/>
            <a:ext cx="0" cy="32477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86530" y="826743"/>
            <a:ext cx="0" cy="32477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083" y="875459"/>
            <a:ext cx="162385" cy="0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88275" y="875459"/>
            <a:ext cx="0" cy="243577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901945" y="875459"/>
            <a:ext cx="162385" cy="0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1945" y="875459"/>
            <a:ext cx="0" cy="243577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1945" y="1119036"/>
            <a:ext cx="162385" cy="0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1945" y="989128"/>
            <a:ext cx="129908" cy="0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96807" y="875459"/>
            <a:ext cx="162384" cy="0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96807" y="875459"/>
            <a:ext cx="0" cy="243577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6807" y="1119036"/>
            <a:ext cx="162384" cy="0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91668" y="875459"/>
            <a:ext cx="0" cy="243577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54053" y="875459"/>
            <a:ext cx="0" cy="243577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91668" y="989128"/>
            <a:ext cx="162385" cy="0"/>
          </a:xfrm>
          <a:prstGeom prst="line">
            <a:avLst/>
          </a:prstGeom>
          <a:ln w="228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551484" y="875459"/>
            <a:ext cx="81192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632676" y="875459"/>
            <a:ext cx="81193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83961" y="1005367"/>
            <a:ext cx="97431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746346" y="875459"/>
            <a:ext cx="162385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46346" y="875459"/>
            <a:ext cx="0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746346" y="989128"/>
            <a:ext cx="129908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41208" y="875459"/>
            <a:ext cx="0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41208" y="875459"/>
            <a:ext cx="162384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103592" y="875459"/>
            <a:ext cx="0" cy="113669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941208" y="989128"/>
            <a:ext cx="162384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06162" y="989128"/>
            <a:ext cx="97430" cy="129908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217262" y="875459"/>
            <a:ext cx="0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136069" y="875459"/>
            <a:ext cx="162385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136069" y="1119036"/>
            <a:ext cx="162385" cy="0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330931" y="875459"/>
            <a:ext cx="0" cy="243577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30931" y="875459"/>
            <a:ext cx="162385" cy="113669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330931" y="989128"/>
            <a:ext cx="162385" cy="129908"/>
          </a:xfrm>
          <a:prstGeom prst="line">
            <a:avLst/>
          </a:prstGeom>
          <a:ln w="22860">
            <a:solidFill>
              <a:srgbClr val="F5A5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